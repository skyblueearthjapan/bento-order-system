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93B655A-2DF1-D0AF-A997-468CE1094A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47E3FA7-EB0D-B074-D971-E6280DB0F7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kumimoji="1" lang="en-US" altLang="ja-JP"/>
              <a:t>2025/10/1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15EFD27-1766-AD24-60FF-6698F72DE1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BA25EB8-3AA1-86A6-F26A-E7D19EF17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77F86-A85D-4EE8-AEA5-C15E3499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3825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kumimoji="1" lang="en-US" altLang="ja-JP"/>
              <a:t>2025/10/1</a:t>
            </a:r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F8837-B987-4448-BA56-F3C64DD839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7681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009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FA031-CD61-14CE-F05E-EF6C146F3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DE319F-2A8A-CE8C-FAB1-3D025D0E8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CE8D14-8E44-5E49-C61A-CB4AD21A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C00023-2F8A-2EFE-BA67-F93899FE5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605FB0-93D9-1F62-7D76-5D49C30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33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1E7459-422B-6105-A87B-8FD3E2D1B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B43A2B-BFC5-6C28-3017-392CDB52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28195E-8BA8-C185-CF28-630D44060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5462D2-8F7B-B3E5-0253-64C238091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50C594-56D8-A355-0120-F44C253E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57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74CE0A-4084-3CC3-F6FD-5E1435654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9B15C3-69A6-913B-B99B-BED988D6D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589EA0-AB3E-F8CE-1D83-062FDCFD7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136FEC-2C56-768F-E1CB-B87B7DA6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CC22A4-0E82-7B36-8B25-93956E87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119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A75717-17D3-4970-1090-2B0317F5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4BDD2D-9B64-6792-3845-044D6CC10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CB4F246-360C-A8D9-4603-6B5C22504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73D4730-F064-3E5C-D854-BC4EA328F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683D20-A2A6-663E-314E-883D8B47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803344-FD7E-E09A-4DD4-E6A98995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937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FC24DA-BE6A-CC87-9A34-4FF380DAE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F01DB8-CCFB-3866-7472-E041B5CCC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7725AD-D33D-8313-A7AB-DF9A7E7FE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D6C0CF-4BA8-1A8E-A955-3215BCF34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B2EFFCF-2E97-B72E-34B1-0B881569E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283C61B-6523-F6AB-2698-D54A6853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91A4F2-DB2D-C71D-690F-F8E40449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4AEAF71-B333-F44C-1B60-25EB88DC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68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222464-0E1D-6DDD-702A-CA72B29C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57DD1DF-73B8-16C0-49D3-5377DA59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EBDD35D-1FD8-911A-0122-7871CD0C7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C3BD03-8853-71F6-462F-39B06FDE4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229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414A0CF-0E22-710E-22B6-4383620F8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E9D160-DAF0-2D50-A7A3-3A910E601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B0350A-C0F8-C026-3722-94F446E0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10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0BB22E-BDBA-73E0-0E56-DC0854481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047214-1E64-2A24-1F8E-2C821FAA9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BCD8B6-69DB-82DF-ACE0-14024D59B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2D33069-B76A-56C9-3935-ED04A8B6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7FEC5C-AD65-3EBB-B31B-DF4C15F52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BA00D6-4D82-A6E2-99A0-7E9DD8EE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064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B939AD-502A-4B76-2D55-C88FEF65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F13563-B10C-3A8F-4C27-20BF49AEB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6361F6-BA26-B182-FFA9-7AD342983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2822AE-024F-FA2F-0917-9103DA907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9D0EC4-5029-4016-D834-DF3C6360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0970FE-A1F1-94C8-48E5-88DC2190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110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2F8C9-04D9-4B08-ADB9-C1D1935B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C40AA7-5A8D-8342-C956-503298466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F519C6-9C87-9261-8AC6-E635971E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C483E3-EAAD-1BF0-E61F-E08878AFA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2327A6-6717-EA23-3CE5-8334DD0C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664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7E5DF21-0025-C2FB-6305-8B0D0E8CE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8C8E3B-B92A-73D8-E9A6-222E1430A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59728C-D51D-E223-55F3-27CDAFEB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1AC8CB-E878-B96A-828F-07B7288C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94C33-958D-C9CE-758C-4F5283C6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50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8F68992-BEFF-B265-9A76-92445CD5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B3EB14-F2EE-62DB-52DA-C793F438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A77757-65B2-F0CE-F64E-8F1814F52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45F8E-75C1-4A90-B7DE-CF8A448AB761}" type="datetimeFigureOut">
              <a:rPr kumimoji="1" lang="ja-JP" altLang="en-US" smtClean="0"/>
              <a:t>2025/9/24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611544-FE52-028C-FC61-2C555E7A4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DFC15A-1E8D-89FE-F8E3-A6ED26F2D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CC69B-B316-42A4-AB72-BF94907B83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27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7FC595-99E4-875E-BE7F-42124A11E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0593" y="138546"/>
            <a:ext cx="11164316" cy="1754909"/>
          </a:xfrm>
        </p:spPr>
        <p:txBody>
          <a:bodyPr>
            <a:normAutofit/>
          </a:bodyPr>
          <a:lstStyle/>
          <a:p>
            <a:r>
              <a:rPr kumimoji="1" lang="en-US" altLang="ja-JP" b="1" dirty="0"/>
              <a:t>【</a:t>
            </a:r>
            <a:r>
              <a:rPr kumimoji="1" lang="ja-JP" altLang="en-US" b="1" dirty="0"/>
              <a:t>お弁当価格改定のお知らせ</a:t>
            </a:r>
            <a:r>
              <a:rPr kumimoji="1" lang="en-US" altLang="ja-JP" b="1" dirty="0"/>
              <a:t>】</a:t>
            </a:r>
            <a:endParaRPr kumimoji="1" lang="ja-JP" altLang="en-US" b="1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E8C83EA-E1C2-1839-C949-C83CBC5E9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10690"/>
            <a:ext cx="9144000" cy="3216564"/>
          </a:xfrm>
        </p:spPr>
        <p:txBody>
          <a:bodyPr>
            <a:normAutofit/>
          </a:bodyPr>
          <a:lstStyle/>
          <a:p>
            <a:r>
              <a:rPr kumimoji="1" lang="ja-JP" altLang="en-US" sz="2800" dirty="0"/>
              <a:t>西原屋のお弁当の金額が</a:t>
            </a:r>
            <a:r>
              <a:rPr kumimoji="1" lang="en-US" altLang="ja-JP" sz="2800" dirty="0"/>
              <a:t>10</a:t>
            </a:r>
            <a:r>
              <a:rPr kumimoji="1" lang="ja-JP" altLang="en-US" sz="2800" dirty="0"/>
              <a:t>月</a:t>
            </a:r>
            <a:r>
              <a:rPr kumimoji="1" lang="en-US" altLang="ja-JP" sz="2800" dirty="0"/>
              <a:t>16</a:t>
            </a:r>
            <a:r>
              <a:rPr kumimoji="1" lang="ja-JP" altLang="en-US" sz="2800" dirty="0"/>
              <a:t>日から変わります</a:t>
            </a:r>
            <a:endParaRPr kumimoji="1" lang="en-US" altLang="ja-JP" sz="2800" dirty="0"/>
          </a:p>
          <a:p>
            <a:r>
              <a:rPr kumimoji="1" lang="ja-JP" altLang="en-US" sz="2800" dirty="0"/>
              <a:t>従来：</a:t>
            </a:r>
            <a:r>
              <a:rPr kumimoji="1" lang="en-US" altLang="ja-JP" sz="2800" dirty="0"/>
              <a:t>400</a:t>
            </a:r>
            <a:r>
              <a:rPr kumimoji="1" lang="ja-JP" altLang="en-US" sz="2800" dirty="0"/>
              <a:t>円</a:t>
            </a:r>
            <a:endParaRPr lang="en-US" altLang="ja-JP" sz="2800" dirty="0"/>
          </a:p>
          <a:p>
            <a:endParaRPr kumimoji="1" lang="en-US" altLang="ja-JP" sz="2800" dirty="0"/>
          </a:p>
          <a:p>
            <a:endParaRPr lang="en-US" altLang="ja-JP" sz="2800" dirty="0"/>
          </a:p>
          <a:p>
            <a:endParaRPr kumimoji="1" lang="en-US" altLang="ja-JP" sz="2800" dirty="0"/>
          </a:p>
          <a:p>
            <a:r>
              <a:rPr kumimoji="1" lang="ja-JP" altLang="en-US" sz="2800" dirty="0"/>
              <a:t>新価格：</a:t>
            </a:r>
            <a:r>
              <a:rPr kumimoji="1" lang="en-US" altLang="ja-JP" sz="2800" dirty="0"/>
              <a:t>450</a:t>
            </a:r>
            <a:r>
              <a:rPr kumimoji="1" lang="ja-JP" altLang="en-US" sz="2800" dirty="0"/>
              <a:t>円　</a:t>
            </a:r>
            <a:r>
              <a:rPr kumimoji="1" lang="en-US" altLang="ja-JP" sz="2800" dirty="0"/>
              <a:t>※</a:t>
            </a:r>
            <a:r>
              <a:rPr kumimoji="1" lang="ja-JP" altLang="en-US" sz="2800" dirty="0"/>
              <a:t>麺・丼も同価格</a:t>
            </a:r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196CA832-AA83-487D-F4E4-01805780EC8E}"/>
              </a:ext>
            </a:extLst>
          </p:cNvPr>
          <p:cNvSpPr/>
          <p:nvPr/>
        </p:nvSpPr>
        <p:spPr>
          <a:xfrm>
            <a:off x="5848119" y="3723732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グラフィックス 7" descr="女性のシェフ 単色塗りつぶし">
            <a:extLst>
              <a:ext uri="{FF2B5EF4-FFF2-40B4-BE49-F238E27FC236}">
                <a16:creationId xmlns:a16="http://schemas.microsoft.com/office/drawing/2014/main" id="{2DD4CC0A-1FCB-5CDE-ED68-761478900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188" y="1953490"/>
            <a:ext cx="914400" cy="914400"/>
          </a:xfrm>
          <a:prstGeom prst="rect">
            <a:avLst/>
          </a:prstGeom>
        </p:spPr>
      </p:pic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B30590-CB22-1149-7069-E70929C75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2102-3F23-4C74-814B-8CB540A0631C}" type="datetime1">
              <a:rPr kumimoji="1" lang="ja-JP" altLang="en-US" smtClean="0"/>
              <a:t>2025/9/24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3984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ホテルの呼び鈴">
            <a:extLst>
              <a:ext uri="{FF2B5EF4-FFF2-40B4-BE49-F238E27FC236}">
                <a16:creationId xmlns:a16="http://schemas.microsoft.com/office/drawing/2014/main" id="{C722FC65-0910-DFB5-56BB-0AB076CDEE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85" r="5769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90C362-1A44-ED16-175A-96841EE53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044" y="1593130"/>
            <a:ext cx="7023392" cy="4863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4000" b="1" dirty="0"/>
              <a:t>お弁当の金額が変わります</a:t>
            </a:r>
            <a:endParaRPr kumimoji="1" lang="en-US" altLang="ja-JP" sz="4000" b="1" dirty="0"/>
          </a:p>
          <a:p>
            <a:pPr marL="0" indent="0" algn="ctr">
              <a:buNone/>
            </a:pPr>
            <a:endParaRPr kumimoji="1" lang="en-US" altLang="ja-JP" sz="1700" b="1" dirty="0"/>
          </a:p>
          <a:p>
            <a:pPr marL="0" indent="0" algn="ctr">
              <a:buNone/>
            </a:pPr>
            <a:r>
              <a:rPr kumimoji="1" lang="ja-JP" altLang="en-US" sz="4000" b="1" dirty="0"/>
              <a:t>従　来：</a:t>
            </a:r>
            <a:r>
              <a:rPr kumimoji="1" lang="en-US" altLang="ja-JP" sz="4000" b="1" dirty="0"/>
              <a:t>400</a:t>
            </a:r>
            <a:r>
              <a:rPr kumimoji="1" lang="ja-JP" altLang="en-US" sz="4000" b="1" dirty="0"/>
              <a:t>円</a:t>
            </a:r>
            <a:endParaRPr lang="en-US" altLang="ja-JP" sz="4000" b="1" dirty="0"/>
          </a:p>
          <a:p>
            <a:pPr marL="0" indent="0">
              <a:buNone/>
            </a:pPr>
            <a:endParaRPr kumimoji="1" lang="en-US" altLang="ja-JP" sz="4000" b="1" dirty="0"/>
          </a:p>
          <a:p>
            <a:pPr marL="0" indent="0" algn="ctr">
              <a:buNone/>
            </a:pPr>
            <a:r>
              <a:rPr kumimoji="1" lang="ja-JP" altLang="en-US" sz="4000" b="1" dirty="0">
                <a:highlight>
                  <a:srgbClr val="FFFF00"/>
                </a:highlight>
              </a:rPr>
              <a:t>新価格：</a:t>
            </a:r>
            <a:r>
              <a:rPr kumimoji="1" lang="en-US" altLang="ja-JP" sz="4000" b="1" dirty="0">
                <a:highlight>
                  <a:srgbClr val="FFFF00"/>
                </a:highlight>
              </a:rPr>
              <a:t>450</a:t>
            </a:r>
            <a:r>
              <a:rPr kumimoji="1" lang="ja-JP" altLang="en-US" sz="4000" b="1" dirty="0">
                <a:highlight>
                  <a:srgbClr val="FFFF00"/>
                </a:highlight>
              </a:rPr>
              <a:t>円</a:t>
            </a:r>
            <a:endParaRPr kumimoji="1" lang="en-US" altLang="ja-JP" sz="4000" b="1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ja-JP" altLang="en-US" sz="2400" b="1" dirty="0"/>
              <a:t>（麺・丼も同価格）</a:t>
            </a:r>
            <a:endParaRPr lang="en-US" altLang="ja-JP" sz="2400" b="1" dirty="0"/>
          </a:p>
          <a:p>
            <a:pPr marL="0" indent="0" algn="ctr">
              <a:buNone/>
            </a:pPr>
            <a:endParaRPr lang="en-US" altLang="ja-JP" sz="2400" b="1" dirty="0"/>
          </a:p>
          <a:p>
            <a:pPr marL="0" indent="0" algn="ctr">
              <a:buNone/>
            </a:pPr>
            <a:r>
              <a:rPr lang="en-US" altLang="ja-JP" sz="4000" b="1" u="sng" dirty="0"/>
              <a:t>10</a:t>
            </a:r>
            <a:r>
              <a:rPr lang="ja-JP" altLang="en-US" sz="4000" b="1" u="sng" dirty="0"/>
              <a:t>月</a:t>
            </a:r>
            <a:r>
              <a:rPr lang="en-US" altLang="ja-JP" sz="4000" b="1" u="sng" dirty="0"/>
              <a:t>16</a:t>
            </a:r>
            <a:r>
              <a:rPr lang="ja-JP" altLang="en-US" sz="4000" b="1" u="sng" dirty="0"/>
              <a:t>日注文分から改定です</a:t>
            </a:r>
            <a:r>
              <a:rPr kumimoji="1" lang="ja-JP" altLang="en-US" sz="4000" b="1" u="sng" dirty="0"/>
              <a:t>　</a:t>
            </a:r>
          </a:p>
          <a:p>
            <a:pPr marL="0" indent="0">
              <a:buNone/>
            </a:pPr>
            <a:endParaRPr kumimoji="1" lang="ja-JP" altLang="en-US" sz="2000" dirty="0"/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794A0E1A-06A5-3872-768D-8C5F0C364574}"/>
              </a:ext>
            </a:extLst>
          </p:cNvPr>
          <p:cNvSpPr/>
          <p:nvPr/>
        </p:nvSpPr>
        <p:spPr>
          <a:xfrm>
            <a:off x="8192724" y="3177308"/>
            <a:ext cx="484632" cy="7367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7216AAA-CE01-1270-5979-55292AD79384}"/>
              </a:ext>
            </a:extLst>
          </p:cNvPr>
          <p:cNvSpPr/>
          <p:nvPr/>
        </p:nvSpPr>
        <p:spPr>
          <a:xfrm>
            <a:off x="3828114" y="346630"/>
            <a:ext cx="872922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【</a:t>
            </a:r>
            <a:r>
              <a:rPr lang="ja-JP" altLang="en-US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価格改定のお知らせ</a:t>
            </a:r>
            <a:r>
              <a:rPr lang="en-US" altLang="ja-JP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】</a:t>
            </a:r>
            <a:endParaRPr lang="ja-JP" alt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792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69</Words>
  <Application>Microsoft Office PowerPoint</Application>
  <PresentationFormat>ワイド画面</PresentationFormat>
  <Paragraphs>17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【お弁当価格改定のお知らせ】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千香 松下</dc:creator>
  <cp:lastModifiedBy>佐藤 伊佐子</cp:lastModifiedBy>
  <cp:revision>7</cp:revision>
  <cp:lastPrinted>2025-09-24T02:19:13Z</cp:lastPrinted>
  <dcterms:created xsi:type="dcterms:W3CDTF">2024-10-03T23:48:08Z</dcterms:created>
  <dcterms:modified xsi:type="dcterms:W3CDTF">2025-09-24T02:19:22Z</dcterms:modified>
</cp:coreProperties>
</file>